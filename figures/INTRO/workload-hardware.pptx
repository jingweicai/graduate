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6588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78196"/>
            <a:ext cx="9144000" cy="2293644"/>
          </a:xfrm>
        </p:spPr>
        <p:txBody>
          <a:bodyPr anchor="b"/>
          <a:lstStyle>
            <a:lvl1pPr algn="ctr">
              <a:defRPr sz="57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60291"/>
            <a:ext cx="9144000" cy="1590605"/>
          </a:xfrm>
        </p:spPr>
        <p:txBody>
          <a:bodyPr/>
          <a:lstStyle>
            <a:lvl1pPr marL="0" indent="0" algn="ctr">
              <a:buNone/>
              <a:defRPr sz="2305"/>
            </a:lvl1pPr>
            <a:lvl2pPr marL="439186" indent="0" algn="ctr">
              <a:buNone/>
              <a:defRPr sz="1921"/>
            </a:lvl2pPr>
            <a:lvl3pPr marL="878373" indent="0" algn="ctr">
              <a:buNone/>
              <a:defRPr sz="1729"/>
            </a:lvl3pPr>
            <a:lvl4pPr marL="1317559" indent="0" algn="ctr">
              <a:buNone/>
              <a:defRPr sz="1537"/>
            </a:lvl4pPr>
            <a:lvl5pPr marL="1756745" indent="0" algn="ctr">
              <a:buNone/>
              <a:defRPr sz="1537"/>
            </a:lvl5pPr>
            <a:lvl6pPr marL="2195932" indent="0" algn="ctr">
              <a:buNone/>
              <a:defRPr sz="1537"/>
            </a:lvl6pPr>
            <a:lvl7pPr marL="2635118" indent="0" algn="ctr">
              <a:buNone/>
              <a:defRPr sz="1537"/>
            </a:lvl7pPr>
            <a:lvl8pPr marL="3074304" indent="0" algn="ctr">
              <a:buNone/>
              <a:defRPr sz="1537"/>
            </a:lvl8pPr>
            <a:lvl9pPr marL="3513491" indent="0" algn="ctr">
              <a:buNone/>
              <a:defRPr sz="153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A50E-6556-4A85-8EC8-8D62127179E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9C1B2-1C5F-45FD-BC5D-F48291D25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609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A50E-6556-4A85-8EC8-8D62127179E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9C1B2-1C5F-45FD-BC5D-F48291D25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787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642457"/>
            <a:ext cx="10515600" cy="2740477"/>
          </a:xfrm>
        </p:spPr>
        <p:txBody>
          <a:bodyPr anchor="b"/>
          <a:lstStyle>
            <a:lvl1pPr>
              <a:defRPr sz="57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408860"/>
            <a:ext cx="10515600" cy="1441152"/>
          </a:xfrm>
        </p:spPr>
        <p:txBody>
          <a:bodyPr/>
          <a:lstStyle>
            <a:lvl1pPr marL="0" indent="0">
              <a:buNone/>
              <a:defRPr sz="2305">
                <a:solidFill>
                  <a:schemeClr val="tx1">
                    <a:tint val="75000"/>
                  </a:schemeClr>
                </a:solidFill>
              </a:defRPr>
            </a:lvl1pPr>
            <a:lvl2pPr marL="439186" indent="0">
              <a:buNone/>
              <a:defRPr sz="1921">
                <a:solidFill>
                  <a:schemeClr val="tx1">
                    <a:tint val="75000"/>
                  </a:schemeClr>
                </a:solidFill>
              </a:defRPr>
            </a:lvl2pPr>
            <a:lvl3pPr marL="878373" indent="0">
              <a:buNone/>
              <a:defRPr sz="1729">
                <a:solidFill>
                  <a:schemeClr val="tx1">
                    <a:tint val="75000"/>
                  </a:schemeClr>
                </a:solidFill>
              </a:defRPr>
            </a:lvl3pPr>
            <a:lvl4pPr marL="1317559" indent="0">
              <a:buNone/>
              <a:defRPr sz="1537">
                <a:solidFill>
                  <a:schemeClr val="tx1">
                    <a:tint val="75000"/>
                  </a:schemeClr>
                </a:solidFill>
              </a:defRPr>
            </a:lvl4pPr>
            <a:lvl5pPr marL="1756745" indent="0">
              <a:buNone/>
              <a:defRPr sz="1537">
                <a:solidFill>
                  <a:schemeClr val="tx1">
                    <a:tint val="75000"/>
                  </a:schemeClr>
                </a:solidFill>
              </a:defRPr>
            </a:lvl5pPr>
            <a:lvl6pPr marL="2195932" indent="0">
              <a:buNone/>
              <a:defRPr sz="1537">
                <a:solidFill>
                  <a:schemeClr val="tx1">
                    <a:tint val="75000"/>
                  </a:schemeClr>
                </a:solidFill>
              </a:defRPr>
            </a:lvl6pPr>
            <a:lvl7pPr marL="2635118" indent="0">
              <a:buNone/>
              <a:defRPr sz="1537">
                <a:solidFill>
                  <a:schemeClr val="tx1">
                    <a:tint val="75000"/>
                  </a:schemeClr>
                </a:solidFill>
              </a:defRPr>
            </a:lvl7pPr>
            <a:lvl8pPr marL="3074304" indent="0">
              <a:buNone/>
              <a:defRPr sz="1537">
                <a:solidFill>
                  <a:schemeClr val="tx1">
                    <a:tint val="75000"/>
                  </a:schemeClr>
                </a:solidFill>
              </a:defRPr>
            </a:lvl8pPr>
            <a:lvl9pPr marL="3513491" indent="0">
              <a:buNone/>
              <a:defRPr sz="153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A50E-6556-4A85-8EC8-8D62127179E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9C1B2-1C5F-45FD-BC5D-F48291D25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970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53783"/>
            <a:ext cx="5181600" cy="41801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53783"/>
            <a:ext cx="5181600" cy="41801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A50E-6556-4A85-8EC8-8D62127179E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9C1B2-1C5F-45FD-BC5D-F48291D25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253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50757"/>
            <a:ext cx="10515600" cy="1273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15006"/>
            <a:ext cx="5157787" cy="791490"/>
          </a:xfrm>
        </p:spPr>
        <p:txBody>
          <a:bodyPr anchor="b"/>
          <a:lstStyle>
            <a:lvl1pPr marL="0" indent="0">
              <a:buNone/>
              <a:defRPr sz="2305" b="1"/>
            </a:lvl1pPr>
            <a:lvl2pPr marL="439186" indent="0">
              <a:buNone/>
              <a:defRPr sz="1921" b="1"/>
            </a:lvl2pPr>
            <a:lvl3pPr marL="878373" indent="0">
              <a:buNone/>
              <a:defRPr sz="1729" b="1"/>
            </a:lvl3pPr>
            <a:lvl4pPr marL="1317559" indent="0">
              <a:buNone/>
              <a:defRPr sz="1537" b="1"/>
            </a:lvl4pPr>
            <a:lvl5pPr marL="1756745" indent="0">
              <a:buNone/>
              <a:defRPr sz="1537" b="1"/>
            </a:lvl5pPr>
            <a:lvl6pPr marL="2195932" indent="0">
              <a:buNone/>
              <a:defRPr sz="1537" b="1"/>
            </a:lvl6pPr>
            <a:lvl7pPr marL="2635118" indent="0">
              <a:buNone/>
              <a:defRPr sz="1537" b="1"/>
            </a:lvl7pPr>
            <a:lvl8pPr marL="3074304" indent="0">
              <a:buNone/>
              <a:defRPr sz="1537" b="1"/>
            </a:lvl8pPr>
            <a:lvl9pPr marL="3513491" indent="0">
              <a:buNone/>
              <a:defRPr sz="15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406495"/>
            <a:ext cx="5157787" cy="35395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5006"/>
            <a:ext cx="5183188" cy="791490"/>
          </a:xfrm>
        </p:spPr>
        <p:txBody>
          <a:bodyPr anchor="b"/>
          <a:lstStyle>
            <a:lvl1pPr marL="0" indent="0">
              <a:buNone/>
              <a:defRPr sz="2305" b="1"/>
            </a:lvl1pPr>
            <a:lvl2pPr marL="439186" indent="0">
              <a:buNone/>
              <a:defRPr sz="1921" b="1"/>
            </a:lvl2pPr>
            <a:lvl3pPr marL="878373" indent="0">
              <a:buNone/>
              <a:defRPr sz="1729" b="1"/>
            </a:lvl3pPr>
            <a:lvl4pPr marL="1317559" indent="0">
              <a:buNone/>
              <a:defRPr sz="1537" b="1"/>
            </a:lvl4pPr>
            <a:lvl5pPr marL="1756745" indent="0">
              <a:buNone/>
              <a:defRPr sz="1537" b="1"/>
            </a:lvl5pPr>
            <a:lvl6pPr marL="2195932" indent="0">
              <a:buNone/>
              <a:defRPr sz="1537" b="1"/>
            </a:lvl6pPr>
            <a:lvl7pPr marL="2635118" indent="0">
              <a:buNone/>
              <a:defRPr sz="1537" b="1"/>
            </a:lvl7pPr>
            <a:lvl8pPr marL="3074304" indent="0">
              <a:buNone/>
              <a:defRPr sz="1537" b="1"/>
            </a:lvl8pPr>
            <a:lvl9pPr marL="3513491" indent="0">
              <a:buNone/>
              <a:defRPr sz="15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406495"/>
            <a:ext cx="5183188" cy="35395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A50E-6556-4A85-8EC8-8D62127179E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9C1B2-1C5F-45FD-BC5D-F48291D25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26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A50E-6556-4A85-8EC8-8D62127179E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9C1B2-1C5F-45FD-BC5D-F48291D25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584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A50E-6556-4A85-8EC8-8D62127179E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9C1B2-1C5F-45FD-BC5D-F48291D25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727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39208"/>
            <a:ext cx="3932237" cy="1537229"/>
          </a:xfrm>
        </p:spPr>
        <p:txBody>
          <a:bodyPr anchor="b"/>
          <a:lstStyle>
            <a:lvl1pPr>
              <a:defRPr sz="307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48568"/>
            <a:ext cx="6172200" cy="4681839"/>
          </a:xfrm>
        </p:spPr>
        <p:txBody>
          <a:bodyPr/>
          <a:lstStyle>
            <a:lvl1pPr>
              <a:defRPr sz="3074"/>
            </a:lvl1pPr>
            <a:lvl2pPr>
              <a:defRPr sz="2690"/>
            </a:lvl2pPr>
            <a:lvl3pPr>
              <a:defRPr sz="2305"/>
            </a:lvl3pPr>
            <a:lvl4pPr>
              <a:defRPr sz="1921"/>
            </a:lvl4pPr>
            <a:lvl5pPr>
              <a:defRPr sz="1921"/>
            </a:lvl5pPr>
            <a:lvl6pPr>
              <a:defRPr sz="1921"/>
            </a:lvl6pPr>
            <a:lvl7pPr>
              <a:defRPr sz="1921"/>
            </a:lvl7pPr>
            <a:lvl8pPr>
              <a:defRPr sz="1921"/>
            </a:lvl8pPr>
            <a:lvl9pPr>
              <a:defRPr sz="192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976437"/>
            <a:ext cx="3932237" cy="3661595"/>
          </a:xfrm>
        </p:spPr>
        <p:txBody>
          <a:bodyPr/>
          <a:lstStyle>
            <a:lvl1pPr marL="0" indent="0">
              <a:buNone/>
              <a:defRPr sz="1537"/>
            </a:lvl1pPr>
            <a:lvl2pPr marL="439186" indent="0">
              <a:buNone/>
              <a:defRPr sz="1345"/>
            </a:lvl2pPr>
            <a:lvl3pPr marL="878373" indent="0">
              <a:buNone/>
              <a:defRPr sz="1153"/>
            </a:lvl3pPr>
            <a:lvl4pPr marL="1317559" indent="0">
              <a:buNone/>
              <a:defRPr sz="961"/>
            </a:lvl4pPr>
            <a:lvl5pPr marL="1756745" indent="0">
              <a:buNone/>
              <a:defRPr sz="961"/>
            </a:lvl5pPr>
            <a:lvl6pPr marL="2195932" indent="0">
              <a:buNone/>
              <a:defRPr sz="961"/>
            </a:lvl6pPr>
            <a:lvl7pPr marL="2635118" indent="0">
              <a:buNone/>
              <a:defRPr sz="961"/>
            </a:lvl7pPr>
            <a:lvl8pPr marL="3074304" indent="0">
              <a:buNone/>
              <a:defRPr sz="961"/>
            </a:lvl8pPr>
            <a:lvl9pPr marL="3513491" indent="0">
              <a:buNone/>
              <a:defRPr sz="9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A50E-6556-4A85-8EC8-8D62127179E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9C1B2-1C5F-45FD-BC5D-F48291D25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159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39208"/>
            <a:ext cx="3932237" cy="1537229"/>
          </a:xfrm>
        </p:spPr>
        <p:txBody>
          <a:bodyPr anchor="b"/>
          <a:lstStyle>
            <a:lvl1pPr>
              <a:defRPr sz="307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48568"/>
            <a:ext cx="6172200" cy="4681839"/>
          </a:xfrm>
        </p:spPr>
        <p:txBody>
          <a:bodyPr anchor="t"/>
          <a:lstStyle>
            <a:lvl1pPr marL="0" indent="0">
              <a:buNone/>
              <a:defRPr sz="3074"/>
            </a:lvl1pPr>
            <a:lvl2pPr marL="439186" indent="0">
              <a:buNone/>
              <a:defRPr sz="2690"/>
            </a:lvl2pPr>
            <a:lvl3pPr marL="878373" indent="0">
              <a:buNone/>
              <a:defRPr sz="2305"/>
            </a:lvl3pPr>
            <a:lvl4pPr marL="1317559" indent="0">
              <a:buNone/>
              <a:defRPr sz="1921"/>
            </a:lvl4pPr>
            <a:lvl5pPr marL="1756745" indent="0">
              <a:buNone/>
              <a:defRPr sz="1921"/>
            </a:lvl5pPr>
            <a:lvl6pPr marL="2195932" indent="0">
              <a:buNone/>
              <a:defRPr sz="1921"/>
            </a:lvl6pPr>
            <a:lvl7pPr marL="2635118" indent="0">
              <a:buNone/>
              <a:defRPr sz="1921"/>
            </a:lvl7pPr>
            <a:lvl8pPr marL="3074304" indent="0">
              <a:buNone/>
              <a:defRPr sz="1921"/>
            </a:lvl8pPr>
            <a:lvl9pPr marL="3513491" indent="0">
              <a:buNone/>
              <a:defRPr sz="192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976437"/>
            <a:ext cx="3932237" cy="3661595"/>
          </a:xfrm>
        </p:spPr>
        <p:txBody>
          <a:bodyPr/>
          <a:lstStyle>
            <a:lvl1pPr marL="0" indent="0">
              <a:buNone/>
              <a:defRPr sz="1537"/>
            </a:lvl1pPr>
            <a:lvl2pPr marL="439186" indent="0">
              <a:buNone/>
              <a:defRPr sz="1345"/>
            </a:lvl2pPr>
            <a:lvl3pPr marL="878373" indent="0">
              <a:buNone/>
              <a:defRPr sz="1153"/>
            </a:lvl3pPr>
            <a:lvl4pPr marL="1317559" indent="0">
              <a:buNone/>
              <a:defRPr sz="961"/>
            </a:lvl4pPr>
            <a:lvl5pPr marL="1756745" indent="0">
              <a:buNone/>
              <a:defRPr sz="961"/>
            </a:lvl5pPr>
            <a:lvl6pPr marL="2195932" indent="0">
              <a:buNone/>
              <a:defRPr sz="961"/>
            </a:lvl6pPr>
            <a:lvl7pPr marL="2635118" indent="0">
              <a:buNone/>
              <a:defRPr sz="961"/>
            </a:lvl7pPr>
            <a:lvl8pPr marL="3074304" indent="0">
              <a:buNone/>
              <a:defRPr sz="961"/>
            </a:lvl8pPr>
            <a:lvl9pPr marL="3513491" indent="0">
              <a:buNone/>
              <a:defRPr sz="9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A50E-6556-4A85-8EC8-8D62127179E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9C1B2-1C5F-45FD-BC5D-F48291D25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147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A50E-6556-4A85-8EC8-8D62127179E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9C1B2-1C5F-45FD-BC5D-F48291D25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638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50757"/>
            <a:ext cx="2628900" cy="558313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50757"/>
            <a:ext cx="7734300" cy="558313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A50E-6556-4A85-8EC8-8D62127179E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9C1B2-1C5F-45FD-BC5D-F48291D25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20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50757"/>
            <a:ext cx="10515600" cy="127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53783"/>
            <a:ext cx="10515600" cy="4180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106216"/>
            <a:ext cx="2743200" cy="3507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9A50E-6556-4A85-8EC8-8D62127179E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06216"/>
            <a:ext cx="4114800" cy="3507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106216"/>
            <a:ext cx="2743200" cy="3507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9C1B2-1C5F-45FD-BC5D-F48291D25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52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78373" rtl="0" eaLnBrk="1" latinLnBrk="0" hangingPunct="1">
        <a:lnSpc>
          <a:spcPct val="90000"/>
        </a:lnSpc>
        <a:spcBef>
          <a:spcPct val="0"/>
        </a:spcBef>
        <a:buNone/>
        <a:defRPr sz="4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9593" indent="-219593" algn="l" defTabSz="878373" rtl="0" eaLnBrk="1" latinLnBrk="0" hangingPunct="1">
        <a:lnSpc>
          <a:spcPct val="90000"/>
        </a:lnSpc>
        <a:spcBef>
          <a:spcPts val="961"/>
        </a:spcBef>
        <a:buFont typeface="Arial" panose="020B0604020202020204" pitchFamily="34" charset="0"/>
        <a:buChar char="•"/>
        <a:defRPr sz="2690" kern="1200">
          <a:solidFill>
            <a:schemeClr val="tx1"/>
          </a:solidFill>
          <a:latin typeface="+mn-lt"/>
          <a:ea typeface="+mn-ea"/>
          <a:cs typeface="+mn-cs"/>
        </a:defRPr>
      </a:lvl1pPr>
      <a:lvl2pPr marL="658779" indent="-219593" algn="l" defTabSz="878373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2pPr>
      <a:lvl3pPr marL="1097966" indent="-219593" algn="l" defTabSz="878373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3pPr>
      <a:lvl4pPr marL="1537152" indent="-219593" algn="l" defTabSz="878373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9" kern="1200">
          <a:solidFill>
            <a:schemeClr val="tx1"/>
          </a:solidFill>
          <a:latin typeface="+mn-lt"/>
          <a:ea typeface="+mn-ea"/>
          <a:cs typeface="+mn-cs"/>
        </a:defRPr>
      </a:lvl4pPr>
      <a:lvl5pPr marL="1976338" indent="-219593" algn="l" defTabSz="878373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9" kern="1200">
          <a:solidFill>
            <a:schemeClr val="tx1"/>
          </a:solidFill>
          <a:latin typeface="+mn-lt"/>
          <a:ea typeface="+mn-ea"/>
          <a:cs typeface="+mn-cs"/>
        </a:defRPr>
      </a:lvl5pPr>
      <a:lvl6pPr marL="2415525" indent="-219593" algn="l" defTabSz="878373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9" kern="1200">
          <a:solidFill>
            <a:schemeClr val="tx1"/>
          </a:solidFill>
          <a:latin typeface="+mn-lt"/>
          <a:ea typeface="+mn-ea"/>
          <a:cs typeface="+mn-cs"/>
        </a:defRPr>
      </a:lvl6pPr>
      <a:lvl7pPr marL="2854711" indent="-219593" algn="l" defTabSz="878373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9" kern="1200">
          <a:solidFill>
            <a:schemeClr val="tx1"/>
          </a:solidFill>
          <a:latin typeface="+mn-lt"/>
          <a:ea typeface="+mn-ea"/>
          <a:cs typeface="+mn-cs"/>
        </a:defRPr>
      </a:lvl7pPr>
      <a:lvl8pPr marL="3293897" indent="-219593" algn="l" defTabSz="878373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9" kern="1200">
          <a:solidFill>
            <a:schemeClr val="tx1"/>
          </a:solidFill>
          <a:latin typeface="+mn-lt"/>
          <a:ea typeface="+mn-ea"/>
          <a:cs typeface="+mn-cs"/>
        </a:defRPr>
      </a:lvl8pPr>
      <a:lvl9pPr marL="3733084" indent="-219593" algn="l" defTabSz="878373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8373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1pPr>
      <a:lvl2pPr marL="439186" algn="l" defTabSz="878373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2pPr>
      <a:lvl3pPr marL="878373" algn="l" defTabSz="878373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3pPr>
      <a:lvl4pPr marL="1317559" algn="l" defTabSz="878373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4pPr>
      <a:lvl5pPr marL="1756745" algn="l" defTabSz="878373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5pPr>
      <a:lvl6pPr marL="2195932" algn="l" defTabSz="878373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6pPr>
      <a:lvl7pPr marL="2635118" algn="l" defTabSz="878373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7pPr>
      <a:lvl8pPr marL="3074304" algn="l" defTabSz="878373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8pPr>
      <a:lvl9pPr marL="3513491" algn="l" defTabSz="878373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DAA23A9-0404-4C8C-BD5E-43E5783BA6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"/>
          <a:stretch/>
        </p:blipFill>
        <p:spPr>
          <a:xfrm>
            <a:off x="0" y="-62807"/>
            <a:ext cx="12356898" cy="665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6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寅潇 冯</dc:creator>
  <cp:lastModifiedBy>寅潇 冯</cp:lastModifiedBy>
  <cp:revision>1</cp:revision>
  <dcterms:created xsi:type="dcterms:W3CDTF">2025-02-22T02:05:11Z</dcterms:created>
  <dcterms:modified xsi:type="dcterms:W3CDTF">2025-02-22T02:09:59Z</dcterms:modified>
</cp:coreProperties>
</file>